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Q4 2024 Financial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Quarterly Business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Summary - Q4 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Revenue: [UPDATE NEEDED]</a:t>
            </a:r>
          </a:p>
          <a:p>
            <a:pPr lvl="1"/>
            <a:r>
              <a:t>Product Sales: $2.3M</a:t>
            </a:r>
          </a:p>
          <a:p>
            <a:pPr lvl="1"/>
            <a:r>
              <a:t>Service Revenue: $1.8M</a:t>
            </a:r>
          </a:p>
          <a:p>
            <a:pPr lvl="1"/>
            <a:r>
              <a:t>Licensing: $890K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Key Highlights</a:t>
            </a:r>
          </a:p>
          <a:p>
            <a:pPr>
              <a:defRPr sz="1400"/>
            </a:pPr>
            <a:r>
              <a:t>Revenue exceeded targets by 12%</a:t>
            </a:r>
          </a:p>
          <a:p>
            <a:pPr>
              <a:defRPr sz="1600"/>
            </a:pPr>
            <a:r>
              <a:t>Customer acquisition up 25% YoY</a:t>
            </a:r>
          </a:p>
          <a:p>
            <a:pPr>
              <a:defRPr sz="1200"/>
            </a:pPr>
            <a:r>
              <a:t>Operating margin improved to 23%</a:t>
            </a:r>
          </a:p>
          <a:p>
            <a:pPr>
              <a:defRPr sz="1500"/>
            </a:pPr>
            <a:r>
              <a:t>Cash flow positive for 6th consecutive quarter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